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1D787-9E8B-3041-D9E2-465E03369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25AB1D-1802-7796-6339-247928E85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623EBB-A07C-6684-C89F-29F65F9A7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3F80-1ABF-F34D-BEE6-030CA488679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46C2AD-E9EF-26BC-B777-5BE5519C1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A479B6-3469-5C53-C5EA-8FA965DC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D66F-C6C3-BA43-9D0B-F397EC3DC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67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B7A17-E6FF-9F35-635C-0C520998A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F58E4C-E852-2D97-94F0-995DF139D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59C219-86F1-0C26-E2A3-B88184CA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3F80-1ABF-F34D-BEE6-030CA488679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54598C-AD65-5041-E522-9D83D494D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69A996-7FB6-8043-D6D6-B0957DA7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D66F-C6C3-BA43-9D0B-F397EC3DC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948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55B66-D696-EB2C-0B5B-26C8330D0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782F74-E63C-59B4-0477-73D0AC95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16E8C6-A795-BD03-8F1A-87BF1C79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3F80-1ABF-F34D-BEE6-030CA488679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8B1F15-059B-33B7-FC28-9AF617665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10F177-3A5A-8E03-8E9C-A446F6F02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D66F-C6C3-BA43-9D0B-F397EC3DC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092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43A01-1969-5692-66EC-2F12FABB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007454-CE65-A553-9082-760757AE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8D82A2-EB49-0853-C4EB-C4E864E66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8BF77E-7B3D-7EA8-60E8-487A429E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3F80-1ABF-F34D-BEE6-030CA488679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A23AFC-6185-F104-E131-088D69F86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81B02D-EEF8-E491-303E-754DA6B6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D66F-C6C3-BA43-9D0B-F397EC3DC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047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E0845-5A8B-1381-4F02-3251D8709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308EE9-AA78-FD35-941B-EECACEA6F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58CD56-179B-03F7-16CF-D7FA16823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F1F3514-0564-0595-7FD0-898F8C87C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F71280F-0D2C-CE1E-C357-762F12C03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04492FE-3A55-1392-71D8-B4847358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3F80-1ABF-F34D-BEE6-030CA488679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31B88E2-FCA0-BD79-CBBD-267DD7D63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6AA984-DEA0-F26C-8F08-79F4B8E92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D66F-C6C3-BA43-9D0B-F397EC3DC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9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E28BE6-CDAB-A79C-CEF1-EEAE04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273833-AF49-22B4-B376-7DD10E5A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3F80-1ABF-F34D-BEE6-030CA488679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40C5D4-407F-F254-7588-2E7DD57C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72C3A7-8B7B-CD56-991D-EED1AE579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D66F-C6C3-BA43-9D0B-F397EC3DC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3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83EEDCA-8024-3A7D-C4DC-703205E49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3F80-1ABF-F34D-BEE6-030CA488679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A45570D-5F96-7D9E-1DB0-A6CEF8E6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9705F0-E817-22AB-00E1-92562AD5B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D66F-C6C3-BA43-9D0B-F397EC3DC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3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DBDF4-2758-1EB9-8523-C2E48ABCE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A69294-E3B4-3CF9-40A8-346ACF94A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45F7EF-E6A8-DE72-4B80-96906AA91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6AC827-1937-F5B7-7F2F-16013EDC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3F80-1ABF-F34D-BEE6-030CA488679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E80EB4-C323-A647-8585-17DB40350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A23A86-1D95-D7DD-0249-0D2B8EB47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D66F-C6C3-BA43-9D0B-F397EC3DC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40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AD4F5C-8F00-1907-0277-C6142077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3D9A174-F0C4-6E92-5337-C62D01491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0CAE8F-2C63-EEFA-26D2-F2B522038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E47A2C-999B-3376-B074-5889780E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3F80-1ABF-F34D-BEE6-030CA488679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83EF13-9BDE-1E94-F872-9AD6AE824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1D5779-035D-26B7-86FE-EBDD7679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D66F-C6C3-BA43-9D0B-F397EC3DC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19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E844D-F79F-044A-477F-D0D36502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2AB1D02-C09B-E7B3-4167-C6BA69EA0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85536B-9C8D-0D95-847B-7CCE08B8E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3F80-1ABF-F34D-BEE6-030CA488679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AACA53-E69F-C24C-D9A5-7015964E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D777B4-7D10-EE7C-B5DF-D77B0C411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D66F-C6C3-BA43-9D0B-F397EC3DC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027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6DA0AAB-AB45-B6FF-2263-F0576B28A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AFA088-06D5-E103-B407-B0B387281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CA646D-DE11-30BC-5514-4B818AA3C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3F80-1ABF-F34D-BEE6-030CA488679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F2B204-28EC-4862-B9D8-4FFB9483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9BDDD5-8638-28C0-270A-5BCCEECA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8D66F-C6C3-BA43-9D0B-F397EC3DC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304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AC6FA-97C5-14CE-F66D-56C305164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1089D5-58C0-836B-7954-B0B8E0D06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49379C-C099-C746-FF2F-687E92895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93F80-1ABF-F34D-BEE6-030CA4886791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93FBCB-A51E-C3AD-FF73-5951242E0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32BCA9-2857-4F54-204C-4F727CC0D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8D66F-C6C3-BA43-9D0B-F397EC3DCD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5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D7F564C-410B-B035-1E4B-1A6022359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7367" y="0"/>
            <a:ext cx="12510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4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180712-1323-602D-55C5-F70473ED0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1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EFB1E6-F04D-5180-5508-2D235CC79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316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05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4FB41B-D08C-29D2-8280-F025390D1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118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49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F704BD-E94D-7B3A-7508-833D2EA05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0788" y="0"/>
            <a:ext cx="124927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450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5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Kuralay Kurmanbaeva</dc:creator>
  <cp:lastModifiedBy>Kuralay Kurmanbaeva</cp:lastModifiedBy>
  <cp:revision>1</cp:revision>
  <dcterms:created xsi:type="dcterms:W3CDTF">2025-12-07T12:08:08Z</dcterms:created>
  <dcterms:modified xsi:type="dcterms:W3CDTF">2025-12-07T12:11:17Z</dcterms:modified>
</cp:coreProperties>
</file>